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8" r:id="rId4"/>
    <p:sldId id="264" r:id="rId5"/>
    <p:sldId id="262" r:id="rId6"/>
    <p:sldId id="265" r:id="rId7"/>
    <p:sldId id="266" r:id="rId8"/>
    <p:sldId id="263" r:id="rId9"/>
    <p:sldId id="259" r:id="rId10"/>
    <p:sldId id="2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CHARMM-GUI" id="{4544D14F-1284-4BFA-8361-0FC16CE7012F}">
          <p14:sldIdLst>
            <p14:sldId id="260"/>
          </p14:sldIdLst>
        </p14:section>
        <p14:section name="2. Parameterization" id="{DFD559CC-E813-4922-988C-0F4F69A3306F}">
          <p14:sldIdLst>
            <p14:sldId id="256"/>
            <p14:sldId id="258"/>
          </p14:sldIdLst>
        </p14:section>
        <p14:section name="3. Extract protein and non-protein parts" id="{A146B782-7062-4810-9ECA-DF418273E582}">
          <p14:sldIdLst>
            <p14:sldId id="264"/>
          </p14:sldIdLst>
        </p14:section>
        <p14:section name="4. Protein Mutation Pretreatment Procedure" id="{79D3E2D5-4700-4FB1-A484-1628A54EE667}">
          <p14:sldIdLst>
            <p14:sldId id="262"/>
          </p14:sldIdLst>
        </p14:section>
        <p14:section name="5. MD Preparations" id="{81A975DD-260E-4D47-A7E9-BA5220B3720D}">
          <p14:sldIdLst>
            <p14:sldId id="265"/>
          </p14:sldIdLst>
        </p14:section>
        <p14:section name="6. Charge Neutralization" id="{35B05719-8490-4A07-ABDE-F3172AC1DBEA}">
          <p14:sldIdLst>
            <p14:sldId id="266"/>
          </p14:sldIdLst>
        </p14:section>
        <p14:section name="4. MD Simulation" id="{74E51CA9-84A1-444E-995F-2C692E958000}">
          <p14:sldIdLst>
            <p14:sldId id="263"/>
          </p14:sldIdLst>
        </p14:section>
        <p14:section name="Charge Neutralization Logic of Mariateresa" id="{0755148A-4481-4FDB-BA95-641BE08FA80C}">
          <p14:sldIdLst>
            <p14:sldId id="259"/>
          </p14:sldIdLst>
        </p14:section>
        <p14:section name="Test" id="{26B0D695-0A7D-49A5-8373-DC28A1B037FB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FE73E-9E48-4B41-874C-191F7B09C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9A78F8-0AD2-4FB4-BD7C-705411736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4CE308-893F-4DD3-89B1-EDF56BE02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C4F83D-5823-4FAF-81B6-033B7587E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DAB62B-D52E-4793-9967-31815632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60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EDA89-623F-49F3-A67D-D9C35E6D1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016B4C-50CE-47BE-BC31-BA64CEE8C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60CFC-2C1C-4842-9C0C-BCCE657A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C67072-5B0B-4D64-8F7B-8242E244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010EA9-A64D-4FB8-A221-2C76ECD66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74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E5818-3521-4C84-95C6-5B58A7349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CD277-6FB6-40AB-BB82-3904E5E8E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13D277-26A0-454C-917E-F6F4BD37A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12451-7F12-4135-A769-5E6A31308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CDF97B-D562-4F19-AFBD-7996C306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30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5F4D5-1B66-4654-8EBD-1951B037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3F9D05-A3FA-4AD2-848B-978474325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B8F01E-7F1C-4185-84C1-13D682C1C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DAABFC-1FCA-4BB7-BA16-0C9727BBF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5BAB15-49D7-471B-81A5-6FA8DD460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FA67DA-033B-447F-BEC8-3F701E82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18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B3EEC-3093-42F1-B88E-03C20597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7061F5-4257-4D1A-8EAD-390F754E4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F5D65C-C1EC-4703-9E62-20F8A102F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1CDC8F-05B8-4BAC-AC4B-6C2CA51D7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951C86-A64A-4E68-ADAE-13B6D099F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61165F-9203-4E63-82FC-9F0E1141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BE7F1A-0577-43A9-9A00-FF524D61C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7C81FD-5A54-43B0-B4DA-65887A3F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15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C9543-8E08-4EDC-8EB9-B6EEF339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E59DE0-DD24-4A37-929A-1099DDBEF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A009F3-C78A-44C6-BB76-958EA098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2F269D-1785-406D-8ABA-6CD51F1F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40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2B2390-C0EB-48B1-9E8E-3699C0C3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F1F95F-EB08-4CF3-AC99-7EE1DFE9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26D9F1-061A-4ADE-B181-9BA761DA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904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A8B37-100E-4CE7-BA6D-6AA986BC5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BAAA5B-0528-43C4-9133-F421946A7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D1D7CE-13D9-4BDC-AD2E-19F7BB8A1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77249B-0119-43EC-B160-0DBF31E46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2F1B5E-BA04-4D7E-9D13-A32CECEE1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AA46C1-E117-4A78-B120-6AF9B447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1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F7B50-436E-4FD6-B549-77C0EA11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F735E7-B4F6-48AC-BAA6-E0F845951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08D45C-187C-4175-A70B-276011048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FD502C-EF59-4081-8425-E7305C25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143A6-A7EE-48A7-BB58-FBA0DF66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EF90B4-298F-47CA-9AF9-67259834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11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34986-72F8-4755-8702-1340972B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C6E3B7-B898-4015-BE53-2D16F44D5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6631BE-FB7D-4AAF-B39A-6C0B608BF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B73BB-30E4-445D-9E46-396B92F82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C569B8-B354-46A0-BD72-CEF8E5CE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390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32F404-0098-4523-AD13-44A6B078E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354117-1F22-4B62-804C-5BBC248C9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E4B049-8EE4-42EC-8D41-EC518577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A8DA31-BEA9-401C-9CF8-78E9AFD73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AB3F49-9805-4214-8706-BA60E6DB2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16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08077A-A5EA-4AE7-9543-4B17C5EC7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E52824-0257-43F0-AB22-95966DF66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873DF4-71D3-4CBE-9860-90CA69019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074B5-BAA0-450E-B152-413C86817744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8ECDD1-0126-47E6-9438-6B4DEE396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6F4AE-FEB1-4860-BD04-C4E01FE08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0C3EB-3710-4F95-AADB-BF34ADC23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423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79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41D6273-87CB-48D8-AF6A-07EBC67FE1D7}"/>
              </a:ext>
            </a:extLst>
          </p:cNvPr>
          <p:cNvCxnSpPr/>
          <p:nvPr/>
        </p:nvCxnSpPr>
        <p:spPr>
          <a:xfrm>
            <a:off x="2654421" y="1611879"/>
            <a:ext cx="0" cy="47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92A6E55-FA04-4B6C-8BE1-5E221228F058}"/>
              </a:ext>
            </a:extLst>
          </p:cNvPr>
          <p:cNvCxnSpPr/>
          <p:nvPr/>
        </p:nvCxnSpPr>
        <p:spPr>
          <a:xfrm>
            <a:off x="8629095" y="1611879"/>
            <a:ext cx="0" cy="47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8EA45D61-1905-4467-87BF-99AEF1A3A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80501" y="56086"/>
            <a:ext cx="1104762" cy="1174683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89FE865-A0C4-4900-9FF2-E1A94F59BD6B}"/>
              </a:ext>
            </a:extLst>
          </p:cNvPr>
          <p:cNvCxnSpPr/>
          <p:nvPr/>
        </p:nvCxnSpPr>
        <p:spPr>
          <a:xfrm flipH="1">
            <a:off x="2654421" y="1611879"/>
            <a:ext cx="2987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DC26E30-3E11-4504-8020-33D810CB83BB}"/>
              </a:ext>
            </a:extLst>
          </p:cNvPr>
          <p:cNvCxnSpPr/>
          <p:nvPr/>
        </p:nvCxnSpPr>
        <p:spPr>
          <a:xfrm flipH="1">
            <a:off x="5641758" y="1611879"/>
            <a:ext cx="2987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E2371270-9010-4909-8C96-825B6B36B3BA}"/>
              </a:ext>
            </a:extLst>
          </p:cNvPr>
          <p:cNvSpPr/>
          <p:nvPr/>
        </p:nvSpPr>
        <p:spPr>
          <a:xfrm>
            <a:off x="1726705" y="2108398"/>
            <a:ext cx="1855432" cy="7102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Basic files</a:t>
            </a:r>
            <a:endParaRPr lang="zh-CN" altLang="en-US" dirty="0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096C72-A969-4852-BC04-A393AD279A4B}"/>
              </a:ext>
            </a:extLst>
          </p:cNvPr>
          <p:cNvCxnSpPr>
            <a:endCxn id="22" idx="2"/>
          </p:cNvCxnSpPr>
          <p:nvPr/>
        </p:nvCxnSpPr>
        <p:spPr>
          <a:xfrm flipV="1">
            <a:off x="5632882" y="1230769"/>
            <a:ext cx="0" cy="381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0E4E65D0-0438-4643-8FCD-455EDB0A6324}"/>
              </a:ext>
            </a:extLst>
          </p:cNvPr>
          <p:cNvCxnSpPr/>
          <p:nvPr/>
        </p:nvCxnSpPr>
        <p:spPr>
          <a:xfrm flipV="1">
            <a:off x="2654421" y="2818611"/>
            <a:ext cx="0" cy="381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5458524-E46A-4E06-B125-2C9AA7C6A954}"/>
              </a:ext>
            </a:extLst>
          </p:cNvPr>
          <p:cNvCxnSpPr/>
          <p:nvPr/>
        </p:nvCxnSpPr>
        <p:spPr>
          <a:xfrm>
            <a:off x="1043127" y="3199721"/>
            <a:ext cx="0" cy="47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FF53B21F-4A56-4127-A6D4-2C8F6547D582}"/>
              </a:ext>
            </a:extLst>
          </p:cNvPr>
          <p:cNvSpPr/>
          <p:nvPr/>
        </p:nvSpPr>
        <p:spPr>
          <a:xfrm>
            <a:off x="115411" y="3684991"/>
            <a:ext cx="1686756" cy="7102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atomtypes.atp</a:t>
            </a:r>
            <a:endParaRPr lang="zh-CN" altLang="en-US" dirty="0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576C2A49-474A-42D2-817D-9C589668E23D}"/>
              </a:ext>
            </a:extLst>
          </p:cNvPr>
          <p:cNvCxnSpPr/>
          <p:nvPr/>
        </p:nvCxnSpPr>
        <p:spPr>
          <a:xfrm flipH="1">
            <a:off x="1043127" y="3199721"/>
            <a:ext cx="16112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121E0C3C-6D22-49A7-8F24-CBBAC8252E10}"/>
              </a:ext>
            </a:extLst>
          </p:cNvPr>
          <p:cNvCxnSpPr/>
          <p:nvPr/>
        </p:nvCxnSpPr>
        <p:spPr>
          <a:xfrm>
            <a:off x="2654421" y="3193742"/>
            <a:ext cx="0" cy="47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8934ADC3-F76D-4124-A66F-12551B5C58B1}"/>
              </a:ext>
            </a:extLst>
          </p:cNvPr>
          <p:cNvSpPr/>
          <p:nvPr/>
        </p:nvSpPr>
        <p:spPr>
          <a:xfrm>
            <a:off x="3582137" y="3685749"/>
            <a:ext cx="1855432" cy="7102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ffnonbonded.itp</a:t>
            </a:r>
            <a:endParaRPr lang="zh-CN" altLang="en-US" dirty="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2C144BD9-F704-4A9C-A086-B1B0C3F4DF46}"/>
              </a:ext>
            </a:extLst>
          </p:cNvPr>
          <p:cNvCxnSpPr/>
          <p:nvPr/>
        </p:nvCxnSpPr>
        <p:spPr>
          <a:xfrm>
            <a:off x="4502453" y="3193742"/>
            <a:ext cx="0" cy="47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23E588CE-6CD1-4F93-9F0E-FD232B1A1D5C}"/>
              </a:ext>
            </a:extLst>
          </p:cNvPr>
          <p:cNvSpPr/>
          <p:nvPr/>
        </p:nvSpPr>
        <p:spPr>
          <a:xfrm>
            <a:off x="1899078" y="3688144"/>
            <a:ext cx="1510685" cy="7102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ffbonded.itp</a:t>
            </a:r>
            <a:endParaRPr lang="zh-CN" altLang="en-US" dirty="0"/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26D89419-0659-44E7-9D36-342D56AA9AAF}"/>
              </a:ext>
            </a:extLst>
          </p:cNvPr>
          <p:cNvCxnSpPr/>
          <p:nvPr/>
        </p:nvCxnSpPr>
        <p:spPr>
          <a:xfrm>
            <a:off x="2654420" y="3193742"/>
            <a:ext cx="18554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E5FA86A7-A33A-4FFE-A826-1EA609B57BD6}"/>
              </a:ext>
            </a:extLst>
          </p:cNvPr>
          <p:cNvSpPr/>
          <p:nvPr/>
        </p:nvSpPr>
        <p:spPr>
          <a:xfrm>
            <a:off x="7071064" y="2136085"/>
            <a:ext cx="3116060" cy="7102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Put lipid17.itp into this folder</a:t>
            </a:r>
            <a:endParaRPr lang="zh-CN" altLang="en-US" dirty="0"/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0E5A5EC0-2C00-4F89-A996-59EB5C929B52}"/>
              </a:ext>
            </a:extLst>
          </p:cNvPr>
          <p:cNvCxnSpPr/>
          <p:nvPr/>
        </p:nvCxnSpPr>
        <p:spPr>
          <a:xfrm flipV="1">
            <a:off x="8629094" y="2853381"/>
            <a:ext cx="0" cy="3811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92B314F-B0D6-455B-8B89-69118020BB5D}"/>
              </a:ext>
            </a:extLst>
          </p:cNvPr>
          <p:cNvCxnSpPr/>
          <p:nvPr/>
        </p:nvCxnSpPr>
        <p:spPr>
          <a:xfrm>
            <a:off x="8629094" y="3214475"/>
            <a:ext cx="0" cy="47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17D2A5A9-2C0B-4D2A-804F-81742E085230}"/>
              </a:ext>
            </a:extLst>
          </p:cNvPr>
          <p:cNvSpPr/>
          <p:nvPr/>
        </p:nvSpPr>
        <p:spPr>
          <a:xfrm>
            <a:off x="7563777" y="3777618"/>
            <a:ext cx="2343701" cy="10340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dirty="0"/>
          </a:p>
          <a:p>
            <a:pPr algn="ctr"/>
            <a:r>
              <a:rPr lang="en-US" altLang="zh-CN" dirty="0" err="1"/>
              <a:t>Wrire</a:t>
            </a:r>
            <a:r>
              <a:rPr lang="en-US" altLang="zh-CN" dirty="0"/>
              <a:t> </a:t>
            </a:r>
          </a:p>
          <a:p>
            <a:pPr algn="ctr"/>
            <a:r>
              <a:rPr lang="en-US" altLang="zh-CN" dirty="0"/>
              <a:t>#include "lipid17.itp"</a:t>
            </a:r>
          </a:p>
          <a:p>
            <a:pPr algn="ctr"/>
            <a:r>
              <a:rPr lang="en-US" altLang="zh-CN" dirty="0"/>
              <a:t> in </a:t>
            </a:r>
            <a:r>
              <a:rPr lang="en-US" altLang="zh-CN" dirty="0" err="1"/>
              <a:t>forcefield.itp</a:t>
            </a:r>
            <a:endParaRPr lang="zh-CN" altLang="en-US" dirty="0"/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500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0EA8018-A9D7-49FF-BD5C-89AB5CC6F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64" y="2476619"/>
            <a:ext cx="1085714" cy="95238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1F25D44-D251-4598-BBFD-F45FFAFC9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712" y="451428"/>
            <a:ext cx="3152381" cy="65714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201C2E2-894D-4406-8701-B40171AA7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9463" y="4068477"/>
            <a:ext cx="1213260" cy="2114286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9D05272-D0D6-4DFF-B22D-78725FDE3DB8}"/>
              </a:ext>
            </a:extLst>
          </p:cNvPr>
          <p:cNvCxnSpPr>
            <a:cxnSpLocks/>
          </p:cNvCxnSpPr>
          <p:nvPr/>
        </p:nvCxnSpPr>
        <p:spPr>
          <a:xfrm flipV="1">
            <a:off x="1893582" y="2952810"/>
            <a:ext cx="49451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9A8657E-4F4D-4A11-908F-C17CF8E5D625}"/>
              </a:ext>
            </a:extLst>
          </p:cNvPr>
          <p:cNvCxnSpPr>
            <a:cxnSpLocks/>
          </p:cNvCxnSpPr>
          <p:nvPr/>
        </p:nvCxnSpPr>
        <p:spPr>
          <a:xfrm flipV="1">
            <a:off x="2388093" y="2952810"/>
            <a:ext cx="0" cy="2172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4C0BC38-0EA9-4DD9-BDB8-1717DF3EAD4B}"/>
              </a:ext>
            </a:extLst>
          </p:cNvPr>
          <p:cNvCxnSpPr/>
          <p:nvPr/>
        </p:nvCxnSpPr>
        <p:spPr>
          <a:xfrm>
            <a:off x="2388093" y="780000"/>
            <a:ext cx="701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713715D-2AD9-450E-94FA-4613519FF8FC}"/>
              </a:ext>
            </a:extLst>
          </p:cNvPr>
          <p:cNvCxnSpPr/>
          <p:nvPr/>
        </p:nvCxnSpPr>
        <p:spPr>
          <a:xfrm>
            <a:off x="2388093" y="5125620"/>
            <a:ext cx="701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CBED2BA-DE56-4B99-8365-306BFF52AA56}"/>
              </a:ext>
            </a:extLst>
          </p:cNvPr>
          <p:cNvCxnSpPr>
            <a:cxnSpLocks/>
          </p:cNvCxnSpPr>
          <p:nvPr/>
        </p:nvCxnSpPr>
        <p:spPr>
          <a:xfrm flipV="1">
            <a:off x="2388093" y="780000"/>
            <a:ext cx="0" cy="2172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E758322-11CD-453B-904D-B92C48B24D77}"/>
              </a:ext>
            </a:extLst>
          </p:cNvPr>
          <p:cNvSpPr txBox="1"/>
          <p:nvPr/>
        </p:nvSpPr>
        <p:spPr>
          <a:xfrm>
            <a:off x="3538993" y="1134219"/>
            <a:ext cx="2601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for POPC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4363FB-A9AB-4E56-8B1E-4321A0B53DEE}"/>
              </a:ext>
            </a:extLst>
          </p:cNvPr>
          <p:cNvSpPr txBox="1"/>
          <p:nvPr/>
        </p:nvSpPr>
        <p:spPr>
          <a:xfrm>
            <a:off x="2738760" y="6193426"/>
            <a:ext cx="3759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for all existed Lipids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5B6A9B-D6DF-4C24-8CF7-8E610E1D0A9E}"/>
              </a:ext>
            </a:extLst>
          </p:cNvPr>
          <p:cNvSpPr txBox="1"/>
          <p:nvPr/>
        </p:nvSpPr>
        <p:spPr>
          <a:xfrm>
            <a:off x="7998780" y="2782669"/>
            <a:ext cx="229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both choices are acceptable.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77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6DCE1E-743C-4840-9B28-27EB9E7A0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714" y="5190"/>
            <a:ext cx="9828571" cy="6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39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9CA895B-36BD-4ABC-8459-692C423F7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522" y="0"/>
            <a:ext cx="9140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1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055D4A9-66D5-423F-A8FB-C51A3E7C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792"/>
            <a:ext cx="12192000" cy="532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05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61AA03D-AFFE-43F3-9AAB-FDAD07840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06" y="0"/>
            <a:ext cx="10520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26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C5F35-9641-4F90-87B7-EA1105F1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ECFFDE-FD6B-4E41-8908-C8663ED58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262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2422F91-D412-4ED7-82AA-90D217453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285576"/>
            <a:ext cx="7621064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82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7DABE7C-0D4F-4A07-8FA2-83B60CED4ACF}"/>
              </a:ext>
            </a:extLst>
          </p:cNvPr>
          <p:cNvSpPr/>
          <p:nvPr/>
        </p:nvSpPr>
        <p:spPr>
          <a:xfrm>
            <a:off x="79899" y="1669538"/>
            <a:ext cx="2787589" cy="747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Example 1: H 2 VAL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681310D-2E5A-4230-8014-D0FA8141EE7B}"/>
              </a:ext>
            </a:extLst>
          </p:cNvPr>
          <p:cNvCxnSpPr/>
          <p:nvPr/>
        </p:nvCxnSpPr>
        <p:spPr>
          <a:xfrm>
            <a:off x="3391270" y="563729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A4DD215-24F7-4C5B-8879-6FFBE553F268}"/>
              </a:ext>
            </a:extLst>
          </p:cNvPr>
          <p:cNvCxnSpPr/>
          <p:nvPr/>
        </p:nvCxnSpPr>
        <p:spPr>
          <a:xfrm>
            <a:off x="6261717" y="563728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62D9E7E-5732-4134-8F10-A98CEEEFDFB5}"/>
              </a:ext>
            </a:extLst>
          </p:cNvPr>
          <p:cNvSpPr/>
          <p:nvPr/>
        </p:nvSpPr>
        <p:spPr>
          <a:xfrm>
            <a:off x="6918665" y="146484"/>
            <a:ext cx="2500544" cy="8993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K                           207</a:t>
            </a:r>
          </a:p>
          <a:p>
            <a:r>
              <a:rPr lang="en-US" altLang="zh-CN" dirty="0"/>
              <a:t>CL                         250</a:t>
            </a:r>
          </a:p>
          <a:p>
            <a:r>
              <a:rPr lang="en-US" altLang="zh-CN" dirty="0"/>
              <a:t>SOL                   75811</a:t>
            </a:r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4FBF367-5157-4B1A-9F19-375494A5DADF}"/>
              </a:ext>
            </a:extLst>
          </p:cNvPr>
          <p:cNvSpPr/>
          <p:nvPr/>
        </p:nvSpPr>
        <p:spPr>
          <a:xfrm>
            <a:off x="4039339" y="1318049"/>
            <a:ext cx="2213499" cy="551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ASP</a:t>
            </a:r>
          </a:p>
          <a:p>
            <a:pPr algn="ctr"/>
            <a:r>
              <a:rPr lang="en-US" altLang="zh-CN" dirty="0" err="1"/>
              <a:t>Δcharge</a:t>
            </a:r>
            <a:r>
              <a:rPr lang="en-US" altLang="zh-CN" dirty="0"/>
              <a:t>=|-1|</a:t>
            </a:r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E7CAA67-5D7C-4E7F-AC62-8408045153D5}"/>
              </a:ext>
            </a:extLst>
          </p:cNvPr>
          <p:cNvSpPr/>
          <p:nvPr/>
        </p:nvSpPr>
        <p:spPr>
          <a:xfrm>
            <a:off x="4048218" y="288153"/>
            <a:ext cx="2213499" cy="551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ASP</a:t>
            </a:r>
          </a:p>
          <a:p>
            <a:pPr algn="ctr"/>
            <a:r>
              <a:rPr lang="en-US" altLang="zh-CN" dirty="0" err="1"/>
              <a:t>Δcharge</a:t>
            </a:r>
            <a:r>
              <a:rPr lang="en-US" altLang="zh-CN" dirty="0"/>
              <a:t>=|-1|</a:t>
            </a:r>
            <a:endParaRPr lang="zh-CN" altLang="en-US" dirty="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C1E934C-5B91-4936-93FC-61F63B1EF7E2}"/>
              </a:ext>
            </a:extLst>
          </p:cNvPr>
          <p:cNvSpPr/>
          <p:nvPr/>
        </p:nvSpPr>
        <p:spPr>
          <a:xfrm>
            <a:off x="6900910" y="1143968"/>
            <a:ext cx="2518300" cy="8993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K                           208</a:t>
            </a:r>
          </a:p>
          <a:p>
            <a:r>
              <a:rPr lang="en-US" altLang="zh-CN" dirty="0"/>
              <a:t>CL                         251</a:t>
            </a:r>
          </a:p>
          <a:p>
            <a:r>
              <a:rPr lang="en-US" altLang="zh-CN" dirty="0"/>
              <a:t>SOL                   75809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419F540-6214-493F-B9A5-DA89120B78C2}"/>
              </a:ext>
            </a:extLst>
          </p:cNvPr>
          <p:cNvCxnSpPr/>
          <p:nvPr/>
        </p:nvCxnSpPr>
        <p:spPr>
          <a:xfrm>
            <a:off x="6261717" y="1593625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D7DA47B-F172-445C-A1BD-181F6FD9F4E8}"/>
              </a:ext>
            </a:extLst>
          </p:cNvPr>
          <p:cNvCxnSpPr/>
          <p:nvPr/>
        </p:nvCxnSpPr>
        <p:spPr>
          <a:xfrm>
            <a:off x="3400147" y="1581785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0A168C9-F7B6-428A-844C-BDE6F8AF83AA}"/>
              </a:ext>
            </a:extLst>
          </p:cNvPr>
          <p:cNvSpPr/>
          <p:nvPr/>
        </p:nvSpPr>
        <p:spPr>
          <a:xfrm>
            <a:off x="6900909" y="2141452"/>
            <a:ext cx="2518300" cy="8993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K                           207</a:t>
            </a:r>
          </a:p>
          <a:p>
            <a:r>
              <a:rPr lang="en-US" altLang="zh-CN" dirty="0"/>
              <a:t>CL                         251</a:t>
            </a:r>
          </a:p>
          <a:p>
            <a:r>
              <a:rPr lang="en-US" altLang="zh-CN" dirty="0"/>
              <a:t>SOL                   75810</a:t>
            </a:r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7411889-DD2E-4EA6-929B-E5383CE57D6D}"/>
              </a:ext>
            </a:extLst>
          </p:cNvPr>
          <p:cNvCxnSpPr/>
          <p:nvPr/>
        </p:nvCxnSpPr>
        <p:spPr>
          <a:xfrm>
            <a:off x="6252838" y="2591109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9EA0014-6E30-44CE-87E3-FEC94177A5FE}"/>
              </a:ext>
            </a:extLst>
          </p:cNvPr>
          <p:cNvSpPr/>
          <p:nvPr/>
        </p:nvSpPr>
        <p:spPr>
          <a:xfrm>
            <a:off x="4030460" y="2315533"/>
            <a:ext cx="2213499" cy="551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LEU</a:t>
            </a:r>
          </a:p>
          <a:p>
            <a:pPr algn="ctr"/>
            <a:r>
              <a:rPr lang="en-US" altLang="zh-CN" dirty="0" err="1"/>
              <a:t>Δcharge</a:t>
            </a:r>
            <a:r>
              <a:rPr lang="en-US" altLang="zh-CN" dirty="0"/>
              <a:t>=|0|</a:t>
            </a:r>
            <a:endParaRPr lang="zh-CN" altLang="en-US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58DC72D-64C7-4D21-B6B9-FBCCE5F054B1}"/>
              </a:ext>
            </a:extLst>
          </p:cNvPr>
          <p:cNvSpPr/>
          <p:nvPr/>
        </p:nvSpPr>
        <p:spPr>
          <a:xfrm>
            <a:off x="6892030" y="3138936"/>
            <a:ext cx="2518300" cy="8993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K                           207</a:t>
            </a:r>
          </a:p>
          <a:p>
            <a:r>
              <a:rPr lang="en-US" altLang="zh-CN" dirty="0"/>
              <a:t>CL                         252</a:t>
            </a:r>
          </a:p>
          <a:p>
            <a:r>
              <a:rPr lang="en-US" altLang="zh-CN" dirty="0"/>
              <a:t>SOL                   75809</a:t>
            </a:r>
            <a:endParaRPr lang="zh-CN" altLang="en-US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AE71D41-2F4B-413F-BED8-8037C2274D13}"/>
              </a:ext>
            </a:extLst>
          </p:cNvPr>
          <p:cNvCxnSpPr/>
          <p:nvPr/>
        </p:nvCxnSpPr>
        <p:spPr>
          <a:xfrm>
            <a:off x="6279473" y="3580024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36B864E-955E-455B-B808-2EFC1D55414D}"/>
              </a:ext>
            </a:extLst>
          </p:cNvPr>
          <p:cNvSpPr/>
          <p:nvPr/>
        </p:nvSpPr>
        <p:spPr>
          <a:xfrm>
            <a:off x="4048218" y="3304448"/>
            <a:ext cx="2213499" cy="551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LYS</a:t>
            </a:r>
          </a:p>
          <a:p>
            <a:pPr algn="ctr"/>
            <a:r>
              <a:rPr lang="en-US" altLang="zh-CN" dirty="0" err="1"/>
              <a:t>Δcharge</a:t>
            </a:r>
            <a:r>
              <a:rPr lang="en-US" altLang="zh-CN" dirty="0"/>
              <a:t>=|+1|</a:t>
            </a:r>
            <a:endParaRPr lang="zh-CN" altLang="en-US" dirty="0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92230A8-30E8-451B-951B-9D106FDF5911}"/>
              </a:ext>
            </a:extLst>
          </p:cNvPr>
          <p:cNvSpPr/>
          <p:nvPr/>
        </p:nvSpPr>
        <p:spPr>
          <a:xfrm>
            <a:off x="6892030" y="4119281"/>
            <a:ext cx="2518300" cy="8993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K                           206</a:t>
            </a:r>
          </a:p>
          <a:p>
            <a:r>
              <a:rPr lang="en-US" altLang="zh-CN" dirty="0"/>
              <a:t>CL                         252</a:t>
            </a:r>
          </a:p>
          <a:p>
            <a:r>
              <a:rPr lang="en-US" altLang="zh-CN" dirty="0"/>
              <a:t>SOL                   75810</a:t>
            </a:r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E3E6F1C-81BE-4A21-98B2-882210CDB136}"/>
              </a:ext>
            </a:extLst>
          </p:cNvPr>
          <p:cNvCxnSpPr/>
          <p:nvPr/>
        </p:nvCxnSpPr>
        <p:spPr>
          <a:xfrm>
            <a:off x="6243959" y="4568938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FF024A1-9C92-404F-9080-7F262028100E}"/>
              </a:ext>
            </a:extLst>
          </p:cNvPr>
          <p:cNvCxnSpPr/>
          <p:nvPr/>
        </p:nvCxnSpPr>
        <p:spPr>
          <a:xfrm>
            <a:off x="3391270" y="2591108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2056E29-DE7C-4BBB-935A-F2A1A357A1FC}"/>
              </a:ext>
            </a:extLst>
          </p:cNvPr>
          <p:cNvCxnSpPr/>
          <p:nvPr/>
        </p:nvCxnSpPr>
        <p:spPr>
          <a:xfrm>
            <a:off x="3391268" y="3580023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FC2FB38-43D1-464E-85BB-235038713543}"/>
              </a:ext>
            </a:extLst>
          </p:cNvPr>
          <p:cNvCxnSpPr/>
          <p:nvPr/>
        </p:nvCxnSpPr>
        <p:spPr>
          <a:xfrm>
            <a:off x="3391268" y="563728"/>
            <a:ext cx="0" cy="3016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79E4F26-4BFE-4D52-AD09-599DD1C72FC7}"/>
              </a:ext>
            </a:extLst>
          </p:cNvPr>
          <p:cNvCxnSpPr>
            <a:stCxn id="5" idx="3"/>
          </p:cNvCxnSpPr>
          <p:nvPr/>
        </p:nvCxnSpPr>
        <p:spPr>
          <a:xfrm>
            <a:off x="2867488" y="2043283"/>
            <a:ext cx="523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FB74E9D-5234-48F5-ABB4-95CC37CFD665}"/>
              </a:ext>
            </a:extLst>
          </p:cNvPr>
          <p:cNvSpPr/>
          <p:nvPr/>
        </p:nvSpPr>
        <p:spPr>
          <a:xfrm>
            <a:off x="4065974" y="4268641"/>
            <a:ext cx="2213499" cy="551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LYS</a:t>
            </a:r>
          </a:p>
          <a:p>
            <a:pPr algn="ctr"/>
            <a:r>
              <a:rPr lang="en-US" altLang="zh-CN" dirty="0" err="1"/>
              <a:t>Δcharge</a:t>
            </a:r>
            <a:r>
              <a:rPr lang="en-US" altLang="zh-CN" dirty="0"/>
              <a:t>=|+2|</a:t>
            </a:r>
            <a:endParaRPr lang="zh-CN" altLang="en-US" dirty="0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9D04F4F-C614-416D-9D2E-7012D75ED9BE}"/>
              </a:ext>
            </a:extLst>
          </p:cNvPr>
          <p:cNvSpPr/>
          <p:nvPr/>
        </p:nvSpPr>
        <p:spPr>
          <a:xfrm>
            <a:off x="6883151" y="5098108"/>
            <a:ext cx="2518300" cy="8993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K                           208</a:t>
            </a:r>
          </a:p>
          <a:p>
            <a:r>
              <a:rPr lang="en-US" altLang="zh-CN" dirty="0"/>
              <a:t>CL                         250</a:t>
            </a:r>
          </a:p>
          <a:p>
            <a:r>
              <a:rPr lang="en-US" altLang="zh-CN" dirty="0"/>
              <a:t>SOL                   75810</a:t>
            </a:r>
            <a:endParaRPr lang="zh-CN" altLang="en-US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22CF14AE-E372-4998-9615-808ABBC59A30}"/>
              </a:ext>
            </a:extLst>
          </p:cNvPr>
          <p:cNvCxnSpPr/>
          <p:nvPr/>
        </p:nvCxnSpPr>
        <p:spPr>
          <a:xfrm>
            <a:off x="6243959" y="5547765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0AC28503-9163-479C-B409-8598E6E20C45}"/>
              </a:ext>
            </a:extLst>
          </p:cNvPr>
          <p:cNvSpPr/>
          <p:nvPr/>
        </p:nvSpPr>
        <p:spPr>
          <a:xfrm>
            <a:off x="4065974" y="5272189"/>
            <a:ext cx="2213499" cy="5511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ASP</a:t>
            </a:r>
          </a:p>
          <a:p>
            <a:pPr algn="ctr"/>
            <a:r>
              <a:rPr lang="en-US" altLang="zh-CN" dirty="0" err="1"/>
              <a:t>Δcharge</a:t>
            </a:r>
            <a:r>
              <a:rPr lang="en-US" altLang="zh-CN" dirty="0"/>
              <a:t>=|-2|</a:t>
            </a:r>
            <a:endParaRPr lang="zh-CN" altLang="en-US" dirty="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0D695A3-0F6E-4592-BA43-EDDD20234A8A}"/>
              </a:ext>
            </a:extLst>
          </p:cNvPr>
          <p:cNvCxnSpPr/>
          <p:nvPr/>
        </p:nvCxnSpPr>
        <p:spPr>
          <a:xfrm>
            <a:off x="3400147" y="4544216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8D3C22B-46FC-4608-883E-1E02F3FDDAAF}"/>
              </a:ext>
            </a:extLst>
          </p:cNvPr>
          <p:cNvCxnSpPr/>
          <p:nvPr/>
        </p:nvCxnSpPr>
        <p:spPr>
          <a:xfrm>
            <a:off x="3409026" y="5547764"/>
            <a:ext cx="63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D063616-82B8-4CF5-ADFE-3DBCAAEE3655}"/>
              </a:ext>
            </a:extLst>
          </p:cNvPr>
          <p:cNvCxnSpPr/>
          <p:nvPr/>
        </p:nvCxnSpPr>
        <p:spPr>
          <a:xfrm>
            <a:off x="3400147" y="4544216"/>
            <a:ext cx="8879" cy="1003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5BC828FB-D165-4E70-8A1E-9D212816A6FA}"/>
              </a:ext>
            </a:extLst>
          </p:cNvPr>
          <p:cNvCxnSpPr/>
          <p:nvPr/>
        </p:nvCxnSpPr>
        <p:spPr>
          <a:xfrm>
            <a:off x="2867488" y="5083251"/>
            <a:ext cx="523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52AA8D40-DA0B-40C5-A1EB-04C56DCDBD07}"/>
              </a:ext>
            </a:extLst>
          </p:cNvPr>
          <p:cNvSpPr/>
          <p:nvPr/>
        </p:nvSpPr>
        <p:spPr>
          <a:xfrm>
            <a:off x="79899" y="4709506"/>
            <a:ext cx="2787589" cy="747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Example 2: H 10 GLU</a:t>
            </a:r>
            <a:endParaRPr lang="zh-CN" altLang="en-US" dirty="0"/>
          </a:p>
        </p:txBody>
      </p:sp>
      <p:sp>
        <p:nvSpPr>
          <p:cNvPr id="56" name="右大括号 55">
            <a:extLst>
              <a:ext uri="{FF2B5EF4-FFF2-40B4-BE49-F238E27FC236}">
                <a16:creationId xmlns:a16="http://schemas.microsoft.com/office/drawing/2014/main" id="{4C41B32B-37FC-416D-80F8-06F0EF657F8E}"/>
              </a:ext>
            </a:extLst>
          </p:cNvPr>
          <p:cNvSpPr/>
          <p:nvPr/>
        </p:nvSpPr>
        <p:spPr>
          <a:xfrm>
            <a:off x="9419209" y="1593625"/>
            <a:ext cx="1473658" cy="39541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13FC589-C27F-49EB-A1EC-3D7F26ADF73A}"/>
              </a:ext>
            </a:extLst>
          </p:cNvPr>
          <p:cNvSpPr txBox="1"/>
          <p:nvPr/>
        </p:nvSpPr>
        <p:spPr>
          <a:xfrm>
            <a:off x="10999433" y="3304448"/>
            <a:ext cx="1127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genion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F6405EF-5653-4EA7-8DC4-C0A142F65C83}"/>
              </a:ext>
            </a:extLst>
          </p:cNvPr>
          <p:cNvSpPr txBox="1"/>
          <p:nvPr/>
        </p:nvSpPr>
        <p:spPr>
          <a:xfrm>
            <a:off x="10999433" y="411475"/>
            <a:ext cx="1127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genwater</a:t>
            </a:r>
            <a:endParaRPr lang="zh-CN" altLang="en-US" dirty="0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A799FE1-D73D-44AE-B6D2-47BF917E12B9}"/>
              </a:ext>
            </a:extLst>
          </p:cNvPr>
          <p:cNvCxnSpPr>
            <a:stCxn id="15" idx="3"/>
            <a:endCxn id="61" idx="1"/>
          </p:cNvCxnSpPr>
          <p:nvPr/>
        </p:nvCxnSpPr>
        <p:spPr>
          <a:xfrm flipV="1">
            <a:off x="9419209" y="596141"/>
            <a:ext cx="15802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473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128</Words>
  <Application>Microsoft Office PowerPoint</Application>
  <PresentationFormat>宽屏</PresentationFormat>
  <Paragraphs>46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明睿 侯</dc:creator>
  <cp:lastModifiedBy>明睿 侯</cp:lastModifiedBy>
  <cp:revision>24</cp:revision>
  <dcterms:created xsi:type="dcterms:W3CDTF">2026-06-16T06:08:42Z</dcterms:created>
  <dcterms:modified xsi:type="dcterms:W3CDTF">2026-06-17T13:29:46Z</dcterms:modified>
</cp:coreProperties>
</file>